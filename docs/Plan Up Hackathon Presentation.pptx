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Noto Sans KR" panose="020B0200000000000000" pitchFamily="50" charset="-127"/>
      <p:regular r:id="rId13"/>
      <p:bold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69AC52-60C4-4849-B473-EDE169FEB1EA}">
  <a:tblStyle styleId="{9A69AC52-60C4-4849-B473-EDE169FEB1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919662" y="2085082"/>
            <a:ext cx="23526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HACKATHON 2025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4545806" y="2485132"/>
            <a:ext cx="310038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Plan Up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714749" y="3628132"/>
            <a:ext cx="47625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복사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한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번으로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일정을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sz="24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24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업그레이드하다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381625" y="4734817"/>
            <a:ext cx="14287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6075"/>
            <a:ext cx="5286375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86075"/>
            <a:ext cx="5286375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327660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Poppins"/>
                <a:sym typeface="Poppins"/>
              </a:rPr>
              <a:t>시간</a:t>
            </a:r>
            <a:r>
              <a:rPr lang="en-US" sz="2400" b="1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Poppins"/>
                <a:sym typeface="Poppins"/>
              </a:rPr>
              <a:t>낭비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9243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메시지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캘린더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앱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전환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일시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등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반복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작업에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매번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45초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이상의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시간이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소요됩니다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276600"/>
            <a:ext cx="4730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Poppins"/>
                <a:sym typeface="Poppins"/>
              </a:rPr>
              <a:t>입력</a:t>
            </a:r>
            <a:r>
              <a:rPr lang="en-US" sz="2400" b="1" i="0" u="none" strike="noStrike" cap="none" dirty="0">
                <a:solidFill>
                  <a:srgbClr val="EF4444"/>
                </a:solidFill>
                <a:latin typeface="+mn-ea"/>
                <a:ea typeface="+mn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EF4444"/>
                </a:solidFill>
                <a:latin typeface="+mn-ea"/>
                <a:ea typeface="+mn-ea"/>
                <a:cs typeface="Poppins"/>
                <a:sym typeface="Poppins"/>
              </a:rPr>
              <a:t>오류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92430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작은 모바일 화면에서 정보를 직접 옮기는 과정은 오타와 일정 누락의 치명적인 원인이 됩니다.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3432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3432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문제점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수동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입력의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높은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피로도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716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2071687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지능형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자동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등록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프로세스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71938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Plan Up은 사용자가 겪는 수동 입력의 번거로움을 AI 기술로 완전히 해결합니다.</a:t>
            </a:r>
            <a:endParaRPr/>
          </a:p>
        </p:txBody>
      </p:sp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812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34813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형태의 텍스트도 인식 가능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9290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상대적 시간(내일, 모레)의 자동 계산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3767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원클릭 Google Calendar 동기화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433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909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38650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해결책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비정형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데이터의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스마트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파싱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5075"/>
            <a:ext cx="34925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05075"/>
            <a:ext cx="3492549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05075"/>
            <a:ext cx="3492549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14400" y="3705225"/>
            <a:ext cx="29470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NER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엔진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914400" y="4352925"/>
            <a:ext cx="28067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문맥을 파악하여 장소, 인물, 활동 내용을 정확하게 구분해냅니다.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92699" y="3705225"/>
            <a:ext cx="29470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시간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파싱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692699" y="4352925"/>
            <a:ext cx="28067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비정형적인 시간 표현을 캘린더가 이해하는 정형 데이터로 변환합니다.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70999" y="3705225"/>
            <a:ext cx="29470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자동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동기화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8470999" y="4352925"/>
            <a:ext cx="28067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사용자가 확인을 마치는 즉시 클라우드 캘린더에 실시간으로 등록됩니다.</a:t>
            </a:r>
            <a:endParaRPr/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97180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971800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97180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핵심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기능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AI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기반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정보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추출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1405413" y="2281237"/>
            <a:ext cx="938117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PART 02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405413" y="2805112"/>
            <a:ext cx="93811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0" y="4233862"/>
            <a:ext cx="7620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기술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스택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최신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AI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엔진의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결합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788" y="1335500"/>
            <a:ext cx="9731850" cy="5160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476250" y="2621086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10B981"/>
                </a:solidFill>
                <a:latin typeface="+mj-ea"/>
                <a:ea typeface="+mj-ea"/>
                <a:cs typeface="Poppins"/>
                <a:sym typeface="Poppins"/>
              </a:rPr>
              <a:t>98.4%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76250" y="4046413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추출</a:t>
            </a:r>
            <a:r>
              <a:rPr lang="en-US" sz="2100" b="0" i="0" u="none" strike="noStrike" cap="none" dirty="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0" i="0" u="none" strike="noStrike" cap="none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성공률</a:t>
            </a:r>
            <a:endParaRPr dirty="0"/>
          </a:p>
        </p:txBody>
      </p:sp>
      <p:sp>
        <p:nvSpPr>
          <p:cNvPr id="163" name="Google Shape;163;p19"/>
          <p:cNvSpPr txBox="1"/>
          <p:nvPr/>
        </p:nvSpPr>
        <p:spPr>
          <a:xfrm>
            <a:off x="6334125" y="2886967"/>
            <a:ext cx="55506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압도적인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성능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지표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334125" y="353466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Plan Up의 Duckling 파서와 Stanza 결합 모델은 복잡한 한국어 문장에서도 정확한 일시와 장소를 찾아냅니다.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데이터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정밀도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98%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이상의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정확도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0"/>
          <p:cNvGraphicFramePr/>
          <p:nvPr/>
        </p:nvGraphicFramePr>
        <p:xfrm>
          <a:off x="571500" y="2243137"/>
          <a:ext cx="11049025" cy="3467125"/>
        </p:xfrm>
        <a:graphic>
          <a:graphicData uri="http://schemas.openxmlformats.org/drawingml/2006/table">
            <a:tbl>
              <a:tblPr firstRow="1" bandRow="1">
                <a:noFill/>
                <a:tableStyleId>{9A69AC52-60C4-4849-B473-EDE169FEB1EA}</a:tableStyleId>
              </a:tblPr>
              <a:tblGrid>
                <a:gridCol w="245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비교 항목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수동 입력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기본 캘린더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Plan Up (Ours)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입력 속도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45초 이상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30초 내외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3초 이내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사용자 편의성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 (번거로움)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보통 (수동)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최상 (복사/붙여넣기)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정확도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인적 오류 존재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수동 확인 필요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자동 검증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외부 연동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제한적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부분적 지원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0B98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멀티 플랫폼 동기화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571500" y="3609975"/>
            <a:ext cx="2451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023294" y="3609975"/>
            <a:ext cx="26745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697884" y="3609975"/>
            <a:ext cx="25471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8245078" y="3609975"/>
            <a:ext cx="33754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1500" y="4305300"/>
            <a:ext cx="2451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3023294" y="4305300"/>
            <a:ext cx="26745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697884" y="4305300"/>
            <a:ext cx="25471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8245078" y="4305300"/>
            <a:ext cx="33754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71500" y="5000625"/>
            <a:ext cx="2451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023294" y="5000625"/>
            <a:ext cx="26745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697884" y="5000625"/>
            <a:ext cx="25471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245078" y="5000625"/>
            <a:ext cx="33754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71500" y="5695950"/>
            <a:ext cx="245179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023294" y="5695950"/>
            <a:ext cx="26745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697884" y="5695950"/>
            <a:ext cx="254719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8245078" y="5695950"/>
            <a:ext cx="337542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비교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분석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기존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방식과의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차별점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2590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55320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수동 작업 비율을 90% 이상 낮추어 업무 효율성을 극대화합니다.</a:t>
            </a:r>
            <a:endParaRPr/>
          </a:p>
        </p:txBody>
      </p:sp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103090"/>
            <a:ext cx="1066800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기대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효과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: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시간과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노동의</a:t>
            </a:r>
            <a:r>
              <a:rPr lang="en-US" sz="3300" b="1" i="0" u="none" strike="noStrike" cap="none" dirty="0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 </a:t>
            </a:r>
            <a:r>
              <a:rPr lang="en-US" sz="3300" b="1" i="0" u="none" strike="noStrike" cap="none" dirty="0" err="1">
                <a:solidFill>
                  <a:srgbClr val="F8FAFC"/>
                </a:solidFill>
                <a:latin typeface="+mj-ea"/>
                <a:ea typeface="+mj-ea"/>
                <a:cs typeface="Poppins"/>
                <a:sym typeface="Poppins"/>
              </a:rPr>
              <a:t>혁신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1000" y="4318545"/>
            <a:ext cx="3810000" cy="119434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4585811" y="1344959"/>
            <a:ext cx="3020377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 dirty="0">
                <a:solidFill>
                  <a:srgbClr val="FFFFFF"/>
                </a:solidFill>
                <a:latin typeface="+mj-ea"/>
                <a:ea typeface="+mj-ea"/>
                <a:cs typeface="Poppins"/>
                <a:sym typeface="Poppins"/>
              </a:rPr>
              <a:t>Q &amp; A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238625" y="3116609"/>
            <a:ext cx="37147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Planning, </a:t>
            </a:r>
            <a:br>
              <a:rPr lang="en-US" sz="2400" b="0" i="0" u="none" strike="noStrike" cap="none" dirty="0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2400" b="0" i="0" u="none" strike="noStrike" cap="none" dirty="0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Life</a:t>
            </a:r>
            <a:endParaRPr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4191000" y="4709070"/>
            <a:ext cx="3810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Email: electro@gmail.com</a:t>
            </a:r>
            <a:endParaRPr dirty="0"/>
          </a:p>
        </p:txBody>
      </p:sp>
      <p:sp>
        <p:nvSpPr>
          <p:cNvPr id="211" name="Google Shape;211;p22"/>
          <p:cNvSpPr txBox="1"/>
          <p:nvPr/>
        </p:nvSpPr>
        <p:spPr>
          <a:xfrm>
            <a:off x="3527484" y="5136528"/>
            <a:ext cx="513703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200" dirty="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https://github.com/ha-taeyeong/HallymHackathon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와이드스크린</PresentationFormat>
  <Paragraphs>56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Noto Sans KR</vt:lpstr>
      <vt:lpstr>Calibri</vt:lpstr>
      <vt:lpstr>Arial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하태영</cp:lastModifiedBy>
  <cp:revision>2</cp:revision>
  <dcterms:modified xsi:type="dcterms:W3CDTF">2026-01-18T07:26:11Z</dcterms:modified>
</cp:coreProperties>
</file>